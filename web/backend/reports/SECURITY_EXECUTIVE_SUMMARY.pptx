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config.h 安全审计执行摘要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共发现 2 个安全漏洞 | CoreCoder 网络安全智能体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📊 审计统计摘要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011680" cy="1828800"/>
          </a:xfrm>
          <a:prstGeom prst="roundRect">
            <a:avLst/>
          </a:prstGeom>
          <a:solidFill>
            <a:srgbClr val="F8F9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F4444"/>
                </a:solidFill>
              </a:defRPr>
            </a:pPr>
            <a: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🔴 CRITICAL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645920"/>
            <a:ext cx="2011680" cy="1828800"/>
          </a:xfrm>
          <a:prstGeom prst="roundRect">
            <a:avLst/>
          </a:prstGeom>
          <a:solidFill>
            <a:srgbClr val="F8F9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82880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97316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7432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🟠 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645920"/>
            <a:ext cx="2011680" cy="1828800"/>
          </a:xfrm>
          <a:prstGeom prst="roundRect">
            <a:avLst/>
          </a:prstGeom>
          <a:solidFill>
            <a:srgbClr val="F8F9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82880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AB308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7432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🟡 MEDIUM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645920"/>
            <a:ext cx="2011680" cy="1828800"/>
          </a:xfrm>
          <a:prstGeom prst="roundRect">
            <a:avLst/>
          </a:prstGeom>
          <a:solidFill>
            <a:srgbClr val="F8F9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82880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2C55E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7432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🟢 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645920"/>
            <a:ext cx="2011680" cy="1828800"/>
          </a:xfrm>
          <a:prstGeom prst="roundRect">
            <a:avLst/>
          </a:prstGeom>
          <a:solidFill>
            <a:srgbClr val="F8F9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82880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4748B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7432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🔵 INFO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🔍 共审计 2 个发现 | 涉及 1 个文件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🐛 FINDING-0003: 硬编码凭据: DB_CONNECTION_STRING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严重性: HIGH | CWE: CWE-798 | CVSS: 7.5 | 文件: config.h | 行号: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📋 描述</a:t>
            </a:r>
            <a:br/>
            <a:r>
              <a:t>数据库连接字符串中硬编码了生产环境凭据（明文密码）</a:t>
            </a:r>
          </a:p>
          <a:p>
            <a:br/>
            <a:pPr>
              <a:defRPr sz="1400">
                <a:solidFill>
                  <a:srgbClr val="EF4444"/>
                </a:solidFill>
              </a:defRPr>
            </a:pPr>
            <a:r>
              <a:t>⚠️ 攻击场景</a:t>
            </a:r>
            <a:br/>
            <a:r>
              <a:t>攻击者获取源码后可提取数据库地址、用户名和明文密码，未授权访问生产数据库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A34A"/>
                </a:solidFill>
              </a:defRPr>
            </a:pPr>
            <a:r>
              <a:t>💡 修复建议</a:t>
            </a:r>
            <a:br/>
            <a:r>
              <a:t>将凭据移至环境变量或安全的密钥管理服务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🔧 修复优先级建议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64592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1600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1. 立即修复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所有 CRITICAL(0) 和 HIGH(1) 级别漏洞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74320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26974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2. 本迭代修复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MEDIUM(1) 级别漏洞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3840480"/>
            <a:ext cx="457200" cy="45720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3794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3. 计划修复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LOW(0) 级别漏洞，纳入后续迭代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4937759"/>
            <a:ext cx="457200" cy="45720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4892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4. 持续关注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INFORMATIONAL(0) 级别作为安全基线参考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本报告由 CoreCoder 网络安全智能体自动生成 | 仅供内部安全审计使用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